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bubble3D val="0"/>
            <c:spPr>
              <a:solidFill>
                <a:srgbClr val="C9A24B"/>
              </a:solidFill>
              <a:effectLst/>
            </c:spPr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bubble3D val="0"/>
            <c:spPr>
              <a:solidFill>
                <a:srgbClr val="7A8FC2"/>
              </a:solidFill>
              <a:effectLst/>
            </c:spPr>
          </c:dPt>
          <c:dPt>
            <c:idx val="4"/>
            <c:bubble3D val="0"/>
            <c:spPr>
              <a:solidFill>
                <a:srgbClr val="B7A3D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Meta Ads</c:v>
                </c:pt>
                <c:pt idx="1">
                  <c:v>Google Search</c:v>
                </c:pt>
                <c:pt idx="2">
                  <c:v>Google Display</c:v>
                </c:pt>
                <c:pt idx="3">
                  <c:v>Influencer A</c:v>
                </c:pt>
                <c:pt idx="4">
                  <c:v>Influencer B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2500000</c:v>
                </c:pt>
                <c:pt idx="1">
                  <c:v>1000000</c:v>
                </c:pt>
                <c:pt idx="2">
                  <c:v>500000</c:v>
                </c:pt>
                <c:pt idx="3">
                  <c:v>500000</c:v>
                </c:pt>
                <c:pt idx="4">
                  <c:v>500000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A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FOODCO NIGERIA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2860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Secret Ingredient"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Performance Report — 4-Week Digital Launch Results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The Analyst's Desk — Independent Practice Project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Window: August 3 – August 30, 2026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0807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8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This is a self-initiated simulation project built to demonstrate the campaign-to-dashboard analyst workflow. FoodCo Nigeria, all data, and all figures are fictional.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Campaign Beat Target on 5 of 6 KPIs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4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3619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3.87x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ROAS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505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3.5x target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54680" y="14173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4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153619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₦19.35M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4505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₦5M spend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52160" y="14173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4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153619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7,402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Conversions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4505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purchases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49640" y="14173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4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49640" y="153619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+95%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Lift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24505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Wk1-2 → Wk3-4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246120"/>
            <a:ext cx="6035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a 4-week rollout across Meta Ads, Google Search, Google Display, and two influencer partners,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Secret Ingredient"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7,402 trial conversions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a ₦5,000,000 budget — a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3.87x return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above the 3.5x target. A deliberate Week 1–2 learning phase, followed by data-driven optimization from Week 3 onward, nearly doubled ROAS by the campaign's close.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766560" y="3246120"/>
            <a:ext cx="4937760" cy="2697480"/>
          </a:xfrm>
          <a:prstGeom prst="roundRect">
            <a:avLst>
              <a:gd name="adj" fmla="val 2712"/>
            </a:avLst>
          </a:prstGeom>
          <a:solidFill>
            <a:srgbClr val="1F386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40880" y="34015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Takeaways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794760"/>
            <a:ext cx="44805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was the standout channel: lowest CPA (₦610) and highest ROAS (4.27x)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Display underperformed: CPA ₦1,235 vs ₦800 target — recommended for pause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ran above target (₦53.51 vs ₦45), offset by strong conversion efficiency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converted clicks at the highest rate (≈18%) of any channel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FoodCo Nigeria — "The Secret Ingredient"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Setup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760720" cy="566928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087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FoodCo Seasoning Cubes — new flavour launch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75688"/>
            <a:ext cx="57607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07568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07568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awareness and trial purchases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42616"/>
            <a:ext cx="5760720" cy="566928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64261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264261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25–45, Lagos / Abuja / Port Harcourt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57607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209544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20954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₦5,000,000 over 4 weeks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76472"/>
            <a:ext cx="5760720" cy="566928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77647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377647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Ads, Google Search, Google Display, 2 Influencers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1463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Allocation by Channel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675120" y="1828800"/>
          <a:ext cx="49377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457200" y="47091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4-Week Phased Rollout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5074920"/>
            <a:ext cx="3611880" cy="1234440"/>
          </a:xfrm>
          <a:prstGeom prst="roundRect">
            <a:avLst>
              <a:gd name="adj" fmla="val 5185"/>
            </a:avLst>
          </a:prstGeom>
          <a:solidFill>
            <a:srgbClr val="1F386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94360" y="51480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1-2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54132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Phase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" y="570585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targeting, creative testing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06240" y="5074920"/>
            <a:ext cx="3611880" cy="1234440"/>
          </a:xfrm>
          <a:prstGeom prst="roundRect">
            <a:avLst>
              <a:gd name="adj" fmla="val 5185"/>
            </a:avLst>
          </a:prstGeom>
          <a:solidFill>
            <a:srgbClr val="C9A24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343400" y="51480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3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343400" y="54132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343400" y="570585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Reallocate to top performers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955280" y="5074920"/>
            <a:ext cx="3611880" cy="1234440"/>
          </a:xfrm>
          <a:prstGeom prst="roundRect">
            <a:avLst>
              <a:gd name="adj" fmla="val 5185"/>
            </a:avLst>
          </a:prstGeom>
          <a:solidFill>
            <a:srgbClr val="1F3864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092440" y="51480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4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092440" y="54132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Close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92440" y="570585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winners, retarget engaged users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FoodCo Nigeria — "The Secret Ingredient"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SCORECARD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 vs. Actual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F4F4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2.42M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2.0M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5820" y="30632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DCF0D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5820" y="30632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Target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59152" y="155448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F4F4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59152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359152" y="20116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1.18M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359152" y="2651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0.8M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7772" y="30632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DCF0D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47772" y="30632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Target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61104" y="155448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F4F4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61104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261104" y="20116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3.86%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261104" y="2651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2.5%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49724" y="30632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DCF0D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49724" y="30632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Target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63056" y="155448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F4F4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63056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163056" y="20116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₦53.51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163056" y="2651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≤45 max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51676" y="30632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8DCD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51676" y="30632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065008" y="155448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F4F4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65008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065008" y="20116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₦675.49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065008" y="2651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≤₦800 max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453628" y="30632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DCF0D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53628" y="30632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Target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966960" y="155448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F4F4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966960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9966960" y="20116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3.87x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9966960" y="2651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≥3.5x min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355580" y="30632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DCF0D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355580" y="30632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Target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3749040"/>
            <a:ext cx="11247120" cy="2331720"/>
          </a:xfrm>
          <a:prstGeom prst="roundRect">
            <a:avLst>
              <a:gd name="adj" fmla="val 3137"/>
            </a:avLst>
          </a:prstGeom>
          <a:solidFill>
            <a:srgbClr val="1F386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31520" y="39319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One Red Card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31520" y="4297680"/>
            <a:ext cx="10698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landed at ₦53.51 against a ₦45 target — roughly 19% above goal — driven by competitive FMCG keyword and CPM costs in the Nigerian digital market. This did not translate into a weaker outcome: strong click-to-conversion rates across channels meant CPA (₦675) and ROAS (3.87x) both cleared their targets comfortably. The efficiency lever that mattered was conversion quality, not click cost — a distinction worth flagging rather than smoothing over.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FoodCo Nigeria — "The Secret Ingredient"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TREND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and Revenue Diverge After Week 3</a:t>
            </a:r>
            <a:endParaRPr lang="en-US" sz="3000" dirty="0"/>
          </a:p>
        </p:txBody>
      </p:sp>
      <p:pic>
        <p:nvPicPr>
          <p:cNvPr id="4" name="Image 0" descr="/home/claude/foodco/dash_crop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863840" cy="44439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7863840" cy="4443984"/>
          </a:xfrm>
          <a:prstGeom prst="rect">
            <a:avLst/>
          </a:prstGeom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03920" y="1417320"/>
            <a:ext cx="3200400" cy="4443984"/>
          </a:xfrm>
          <a:prstGeom prst="roundRect">
            <a:avLst>
              <a:gd name="adj" fmla="val 2286"/>
            </a:avLst>
          </a:prstGeom>
          <a:solidFill>
            <a:srgbClr val="F4F4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Chart Shows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201168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and Revenue track closely through early-to-mid August (Weeks 1–2) — the learning phase</a:t>
            </a:r>
            <a:endParaRPr lang="en-US" sz="10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begins pulling ahead of Spend heading into Week 3, as optimization takes effect</a:t>
            </a:r>
            <a:endParaRPr lang="en-US" sz="10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lines peak in the final stretch (Aug 23–30), reflecting the Week 4 strong close</a:t>
            </a:r>
            <a:endParaRPr lang="en-US" sz="10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allocation (right) shows Meta Ads absorbing half of total spend — and Revenue by Channel confirms it returned the most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FoodCo Nigeria — "The Secret Ingredient"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Ads Leads; Google Display Lags</a:t>
            </a:r>
            <a:endParaRPr lang="en-US" sz="3000" dirty="0"/>
          </a:p>
        </p:txBody>
      </p:sp>
      <p:pic>
        <p:nvPicPr>
          <p:cNvPr id="4" name="Image 0" descr="/home/claude/foodco/dash_crops/cha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86384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7863840" cy="4114800"/>
          </a:xfrm>
          <a:prstGeom prst="rect">
            <a:avLst/>
          </a:prstGeom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03920" y="1417320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E8F5E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732520" y="1572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Meta Ads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1874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 ₦610  •  ROAS 4.27x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of budget, highest revenue return of any channel.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3566160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FBE9E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32520" y="3721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WEAKEST: Google Display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40233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 ₦1,235  •  ROAS 2.11x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the ₦800 CPA target by over 50% — recommended for pause (see Slide 9).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FoodCo Nigeria — "The Secret Ingredient"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FUNNEL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vs. Intent: Two Different Wins</a:t>
            </a:r>
            <a:endParaRPr lang="en-US" sz="3000" dirty="0"/>
          </a:p>
        </p:txBody>
      </p:sp>
      <p:pic>
        <p:nvPicPr>
          <p:cNvPr id="4" name="Image 0" descr="/home/claude/foodco/dash_crops/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863840" cy="44439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7863840" cy="4443984"/>
          </a:xfrm>
          <a:prstGeom prst="rect">
            <a:avLst/>
          </a:prstGeom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03920" y="1417320"/>
            <a:ext cx="3200400" cy="4443984"/>
          </a:xfrm>
          <a:prstGeom prst="roundRect">
            <a:avLst>
              <a:gd name="adj" fmla="val 2286"/>
            </a:avLst>
          </a:prstGeom>
          <a:solidFill>
            <a:srgbClr val="F4F4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201168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converts clicks at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~18%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highest of any channel — because these are users actively searching for seasoning solutions.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converts closer to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~6%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but its massive reach means that lower rate still produces the best overall CPA and ROAS.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two different kinds of wins: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wins on scale, Search wins on intent quality.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Search's budget share stays modest only because search volume itself is limited — not because the channel underperforms.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FoodCo Nigeria — "The Secret Ingredient"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STORY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Nearly Doubled ROAS</a:t>
            </a:r>
            <a:endParaRPr lang="en-US" sz="3000" dirty="0"/>
          </a:p>
        </p:txBody>
      </p:sp>
      <p:pic>
        <p:nvPicPr>
          <p:cNvPr id="4" name="Image 0" descr="/home/claude/foodco/dash_crops/optim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86384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7863840" cy="4114800"/>
          </a:xfrm>
          <a:prstGeom prst="rect">
            <a:avLst/>
          </a:prstGeom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03920" y="1417320"/>
            <a:ext cx="3200400" cy="4114800"/>
          </a:xfrm>
          <a:prstGeom prst="roundRect">
            <a:avLst>
              <a:gd name="adj" fmla="val 2286"/>
            </a:avLst>
          </a:prstGeom>
          <a:solidFill>
            <a:srgbClr val="1F386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73252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Phase (Wk 1-2)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1874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2.54x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2578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optimized to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907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Phase (Wk 3-4)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31363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4.96x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+95% ROAS improvement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434340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Reallocating budget toward top performers and pausing weak creative from Week 3 turned a below-target start into a well-above-target finish.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FoodCo Nigeria — "The Secret Ingredient"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Go From 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6355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105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Google Display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212848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 ₦1,235 vs ₦800 target; lowest ROAS (2.11x) of all channels.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6355E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8105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Reallocate to Meta Ads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212848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CPA (₦610) and ROAS (4.27x) — the highest-return home for freed-up budget.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6355E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06908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05079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Google Search modestly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453128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click-to-conversion rate (~18%), currently capped by limited search volume, not performance.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6355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06908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05079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optimization tactics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453128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Week 3–4 targeting and creative learnings to any extension or future flavour launch.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FoodCo Nigeria — "The Secret Ingredient"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Finalize budget reallocation from Google Display into Meta Ads for any campaign extension</a:t>
            </a:r>
            <a:endParaRPr lang="en-US" sz="1500" dirty="0"/>
          </a:p>
          <a:p>
            <a:pPr indent="0" marL="0">
              <a:lnSpc>
                <a:spcPct val="130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Apply the Week 3–4 optimization playbook as the default approach for future FoodCo launches</a:t>
            </a:r>
            <a:endParaRPr lang="en-US" sz="1500" dirty="0"/>
          </a:p>
          <a:p>
            <a:pPr indent="0" marL="0">
              <a:lnSpc>
                <a:spcPct val="130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Explore a modest Search budget increase to capture more high-intent, high-conversion traffic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4572000"/>
            <a:ext cx="29260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257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The Analyst's Desk — Independent Practice Project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8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This is a self-initiated simulation project built to demonstrate the campaign-to-dashboard analyst workflow. FoodCo Nigeria, all data, and all figures are fictional.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2026-09-06T20:25:34Z</dcterms:created>
  <dcterms:modified xsi:type="dcterms:W3CDTF">2026-09-06T20:25:34Z</dcterms:modified>
</cp:coreProperties>
</file>